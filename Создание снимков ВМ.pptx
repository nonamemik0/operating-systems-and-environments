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2" r:id="rId6"/>
    <p:sldId id="263" r:id="rId7"/>
    <p:sldId id="26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BF652-BF2C-4133-BF0D-A9FB21ADAA1A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47533-3DAA-4AA2-B4C1-6D7245B49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8065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BF652-BF2C-4133-BF0D-A9FB21ADAA1A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47533-3DAA-4AA2-B4C1-6D7245B49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0005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BF652-BF2C-4133-BF0D-A9FB21ADAA1A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47533-3DAA-4AA2-B4C1-6D7245B49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132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BF652-BF2C-4133-BF0D-A9FB21ADAA1A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47533-3DAA-4AA2-B4C1-6D7245B49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350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BF652-BF2C-4133-BF0D-A9FB21ADAA1A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47533-3DAA-4AA2-B4C1-6D7245B49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871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BF652-BF2C-4133-BF0D-A9FB21ADAA1A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47533-3DAA-4AA2-B4C1-6D7245B49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1493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BF652-BF2C-4133-BF0D-A9FB21ADAA1A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47533-3DAA-4AA2-B4C1-6D7245B49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109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BF652-BF2C-4133-BF0D-A9FB21ADAA1A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47533-3DAA-4AA2-B4C1-6D7245B49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896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BF652-BF2C-4133-BF0D-A9FB21ADAA1A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47533-3DAA-4AA2-B4C1-6D7245B49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769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BF652-BF2C-4133-BF0D-A9FB21ADAA1A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47533-3DAA-4AA2-B4C1-6D7245B49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471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BF652-BF2C-4133-BF0D-A9FB21ADAA1A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47533-3DAA-4AA2-B4C1-6D7245B49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441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3BF652-BF2C-4133-BF0D-A9FB21ADAA1A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47533-3DAA-4AA2-B4C1-6D7245B49C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576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ШАГ 1. Установка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Oracle Virtualbox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Debian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0383" y="1825625"/>
            <a:ext cx="503123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547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ШАГ 2. Создание снимка ВМ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2491" y="1948406"/>
            <a:ext cx="5068007" cy="234347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199" y="4291883"/>
            <a:ext cx="9078592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789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ШАГ 3. Используем патч Бармина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05937"/>
            <a:ext cx="10515600" cy="319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387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4523"/>
          </a:xfrm>
        </p:spPr>
        <p:txBody>
          <a:bodyPr/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ШАГ</a:t>
            </a:r>
            <a:r>
              <a:rPr lang="ru-RU" b="1" dirty="0" smtClean="0"/>
              <a:t> 4. Восстанавливаем ВМ</a:t>
            </a:r>
            <a:endParaRPr lang="ru-RU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706" y="1075546"/>
            <a:ext cx="6916115" cy="3810532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414" y="3763106"/>
            <a:ext cx="9107171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69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ШАГ 5. Успешно загружаем восстановленную ВМ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7814" y="1825625"/>
            <a:ext cx="855637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469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 выполнении домашней работы с ОС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Virtualbox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Debian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я понял, что суперпользователь даёт огромное преимущество от обычного пользователя и я научился создавать снимки ВМ для безопасного тестирования ВМ.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99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7659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65</Words>
  <Application>Microsoft Office PowerPoint</Application>
  <PresentationFormat>Широкоэкранный</PresentationFormat>
  <Paragraphs>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Тема Office</vt:lpstr>
      <vt:lpstr>ШАГ 1. Установка Oracle Virtualbox и Debian</vt:lpstr>
      <vt:lpstr>ШАГ 2. Создание снимка ВМ</vt:lpstr>
      <vt:lpstr>ШАГ 3. Используем патч Бармина</vt:lpstr>
      <vt:lpstr>ШАГ 4. Восстанавливаем ВМ</vt:lpstr>
      <vt:lpstr>ШАГ 5. Успешно загружаем восстановленную ВМ</vt:lpstr>
      <vt:lpstr>Вывод: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4</cp:revision>
  <dcterms:created xsi:type="dcterms:W3CDTF">2026-09-17T19:15:21Z</dcterms:created>
  <dcterms:modified xsi:type="dcterms:W3CDTF">2026-09-17T19:41:25Z</dcterms:modified>
</cp:coreProperties>
</file>